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0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9" r:id="rId15"/>
    <p:sldId id="287" r:id="rId16"/>
    <p:sldId id="304" r:id="rId17"/>
    <p:sldId id="286" r:id="rId18"/>
    <p:sldId id="285" r:id="rId19"/>
    <p:sldId id="305" r:id="rId20"/>
    <p:sldId id="306" r:id="rId21"/>
    <p:sldId id="284" r:id="rId22"/>
    <p:sldId id="307" r:id="rId23"/>
    <p:sldId id="283" r:id="rId24"/>
    <p:sldId id="282" r:id="rId25"/>
    <p:sldId id="294" r:id="rId26"/>
    <p:sldId id="293" r:id="rId27"/>
    <p:sldId id="292" r:id="rId28"/>
    <p:sldId id="281" r:id="rId29"/>
    <p:sldId id="291" r:id="rId30"/>
    <p:sldId id="288" r:id="rId31"/>
    <p:sldId id="301" r:id="rId32"/>
    <p:sldId id="290" r:id="rId33"/>
    <p:sldId id="300" r:id="rId34"/>
    <p:sldId id="299" r:id="rId35"/>
    <p:sldId id="298" r:id="rId36"/>
    <p:sldId id="309" r:id="rId37"/>
    <p:sldId id="296" r:id="rId38"/>
    <p:sldId id="289" r:id="rId39"/>
    <p:sldId id="297" r:id="rId40"/>
    <p:sldId id="308" r:id="rId41"/>
    <p:sldId id="278" r:id="rId42"/>
    <p:sldId id="30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0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ath Kadagala" userId="4e9053481778f26d" providerId="LiveId" clId="{89F8A198-30DA-43F0-A040-97B3EEBFA701}"/>
    <pc:docChg chg="undo redo custSel modSld sldOrd">
      <pc:chgData name="Sampath Kadagala" userId="4e9053481778f26d" providerId="LiveId" clId="{89F8A198-30DA-43F0-A040-97B3EEBFA701}" dt="2026-10-01T09:10:46.526" v="93"/>
      <pc:docMkLst>
        <pc:docMk/>
      </pc:docMkLst>
      <pc:sldChg chg="delSp modSp mod">
        <pc:chgData name="Sampath Kadagala" userId="4e9053481778f26d" providerId="LiveId" clId="{89F8A198-30DA-43F0-A040-97B3EEBFA701}" dt="2026-10-01T08:38:33.587" v="66"/>
        <pc:sldMkLst>
          <pc:docMk/>
          <pc:sldMk cId="2729684182" sldId="278"/>
        </pc:sldMkLst>
        <pc:spChg chg="del mod">
          <ac:chgData name="Sampath Kadagala" userId="4e9053481778f26d" providerId="LiveId" clId="{89F8A198-30DA-43F0-A040-97B3EEBFA701}" dt="2026-10-01T08:38:33.587" v="64"/>
          <ac:spMkLst>
            <pc:docMk/>
            <pc:sldMk cId="2729684182" sldId="278"/>
            <ac:spMk id="3" creationId="{587D0565-EAC2-2449-C203-BB1A7CC8A936}"/>
          </ac:spMkLst>
        </pc:spChg>
        <pc:spChg chg="del mod">
          <ac:chgData name="Sampath Kadagala" userId="4e9053481778f26d" providerId="LiveId" clId="{89F8A198-30DA-43F0-A040-97B3EEBFA701}" dt="2026-10-01T08:38:33.587" v="62"/>
          <ac:spMkLst>
            <pc:docMk/>
            <pc:sldMk cId="2729684182" sldId="278"/>
            <ac:spMk id="14" creationId="{ECFB8DB5-B429-1691-3072-1AA2F301728C}"/>
          </ac:spMkLst>
        </pc:spChg>
        <pc:spChg chg="del mod">
          <ac:chgData name="Sampath Kadagala" userId="4e9053481778f26d" providerId="LiveId" clId="{89F8A198-30DA-43F0-A040-97B3EEBFA701}" dt="2026-10-01T08:38:33.587" v="66"/>
          <ac:spMkLst>
            <pc:docMk/>
            <pc:sldMk cId="2729684182" sldId="278"/>
            <ac:spMk id="16" creationId="{C250164D-D897-CAE8-A754-677CC705DCAD}"/>
          </ac:spMkLst>
        </pc:spChg>
      </pc:sldChg>
      <pc:sldChg chg="addSp delSp modSp mod ord">
        <pc:chgData name="Sampath Kadagala" userId="4e9053481778f26d" providerId="LiveId" clId="{89F8A198-30DA-43F0-A040-97B3EEBFA701}" dt="2026-10-01T09:10:46.526" v="93"/>
        <pc:sldMkLst>
          <pc:docMk/>
          <pc:sldMk cId="2824054174" sldId="289"/>
        </pc:sldMkLst>
        <pc:spChg chg="del mod">
          <ac:chgData name="Sampath Kadagala" userId="4e9053481778f26d" providerId="LiveId" clId="{89F8A198-30DA-43F0-A040-97B3EEBFA701}" dt="2026-10-01T08:38:19.938" v="57"/>
          <ac:spMkLst>
            <pc:docMk/>
            <pc:sldMk cId="2824054174" sldId="289"/>
            <ac:spMk id="13" creationId="{01602A1D-26DB-CFAA-68D7-BDC320DB437C}"/>
          </ac:spMkLst>
        </pc:spChg>
        <pc:picChg chg="add del mod">
          <ac:chgData name="Sampath Kadagala" userId="4e9053481778f26d" providerId="LiveId" clId="{89F8A198-30DA-43F0-A040-97B3EEBFA701}" dt="2026-10-01T09:02:14.165" v="84" actId="478"/>
          <ac:picMkLst>
            <pc:docMk/>
            <pc:sldMk cId="2824054174" sldId="289"/>
            <ac:picMk id="3" creationId="{5D40F8F7-AC32-4576-18B4-3C116959DB21}"/>
          </ac:picMkLst>
        </pc:picChg>
        <pc:picChg chg="add del mod">
          <ac:chgData name="Sampath Kadagala" userId="4e9053481778f26d" providerId="LiveId" clId="{89F8A198-30DA-43F0-A040-97B3EEBFA701}" dt="2026-10-01T09:02:39.867" v="87" actId="478"/>
          <ac:picMkLst>
            <pc:docMk/>
            <pc:sldMk cId="2824054174" sldId="289"/>
            <ac:picMk id="9" creationId="{0D37BD01-6227-D808-DA7D-9F545BCDB80A}"/>
          </ac:picMkLst>
        </pc:picChg>
        <pc:picChg chg="del">
          <ac:chgData name="Sampath Kadagala" userId="4e9053481778f26d" providerId="LiveId" clId="{89F8A198-30DA-43F0-A040-97B3EEBFA701}" dt="2026-10-01T08:33:14.736" v="36" actId="478"/>
          <ac:picMkLst>
            <pc:docMk/>
            <pc:sldMk cId="2824054174" sldId="289"/>
            <ac:picMk id="10" creationId="{66DE5CD4-AEEC-2B39-BC29-442A356F8F2C}"/>
          </ac:picMkLst>
        </pc:picChg>
        <pc:picChg chg="add mod">
          <ac:chgData name="Sampath Kadagala" userId="4e9053481778f26d" providerId="LiveId" clId="{89F8A198-30DA-43F0-A040-97B3EEBFA701}" dt="2026-10-01T09:02:17.728" v="86" actId="1076"/>
          <ac:picMkLst>
            <pc:docMk/>
            <pc:sldMk cId="2824054174" sldId="289"/>
            <ac:picMk id="12" creationId="{21AFE43B-28AE-4FC0-6F51-0A30C051F890}"/>
          </ac:picMkLst>
        </pc:picChg>
        <pc:picChg chg="del">
          <ac:chgData name="Sampath Kadagala" userId="4e9053481778f26d" providerId="LiveId" clId="{89F8A198-30DA-43F0-A040-97B3EEBFA701}" dt="2026-10-01T08:33:19.394" v="39" actId="478"/>
          <ac:picMkLst>
            <pc:docMk/>
            <pc:sldMk cId="2824054174" sldId="289"/>
            <ac:picMk id="16" creationId="{BB1B8CA4-F5C7-3D3F-0E07-3B491096A137}"/>
          </ac:picMkLst>
        </pc:picChg>
        <pc:picChg chg="add mod">
          <ac:chgData name="Sampath Kadagala" userId="4e9053481778f26d" providerId="LiveId" clId="{89F8A198-30DA-43F0-A040-97B3EEBFA701}" dt="2026-10-01T09:02:44.537" v="89" actId="1076"/>
          <ac:picMkLst>
            <pc:docMk/>
            <pc:sldMk cId="2824054174" sldId="289"/>
            <ac:picMk id="17" creationId="{9F6AD6A1-EB07-6D45-513D-5A507DB62C56}"/>
          </ac:picMkLst>
        </pc:picChg>
      </pc:sldChg>
      <pc:sldChg chg="addSp delSp modSp mod ord">
        <pc:chgData name="Sampath Kadagala" userId="4e9053481778f26d" providerId="LiveId" clId="{89F8A198-30DA-43F0-A040-97B3EEBFA701}" dt="2026-10-01T09:10:43.864" v="91"/>
        <pc:sldMkLst>
          <pc:docMk/>
          <pc:sldMk cId="1654677455" sldId="296"/>
        </pc:sldMkLst>
        <pc:spChg chg="mod">
          <ac:chgData name="Sampath Kadagala" userId="4e9053481778f26d" providerId="LiveId" clId="{89F8A198-30DA-43F0-A040-97B3EEBFA701}" dt="2026-10-01T08:26:07.660" v="26" actId="20577"/>
          <ac:spMkLst>
            <pc:docMk/>
            <pc:sldMk cId="1654677455" sldId="296"/>
            <ac:spMk id="12" creationId="{49BD8FDD-7900-FB51-538B-F093DB67B986}"/>
          </ac:spMkLst>
        </pc:spChg>
        <pc:spChg chg="del mod">
          <ac:chgData name="Sampath Kadagala" userId="4e9053481778f26d" providerId="LiveId" clId="{89F8A198-30DA-43F0-A040-97B3EEBFA701}" dt="2026-10-01T08:26:12.645" v="29"/>
          <ac:spMkLst>
            <pc:docMk/>
            <pc:sldMk cId="1654677455" sldId="296"/>
            <ac:spMk id="15" creationId="{B178AC97-57E2-CDEB-415A-8E268ABF787D}"/>
          </ac:spMkLst>
        </pc:spChg>
        <pc:picChg chg="add del mod">
          <ac:chgData name="Sampath Kadagala" userId="4e9053481778f26d" providerId="LiveId" clId="{89F8A198-30DA-43F0-A040-97B3EEBFA701}" dt="2026-10-01T08:59:26.010" v="81" actId="478"/>
          <ac:picMkLst>
            <pc:docMk/>
            <pc:sldMk cId="1654677455" sldId="296"/>
            <ac:picMk id="3" creationId="{A750CBC2-F4B8-0D50-EEDD-D08CFAF6E91F}"/>
          </ac:picMkLst>
        </pc:picChg>
        <pc:picChg chg="del">
          <ac:chgData name="Sampath Kadagala" userId="4e9053481778f26d" providerId="LiveId" clId="{89F8A198-30DA-43F0-A040-97B3EEBFA701}" dt="2026-10-01T08:26:13.918" v="30" actId="478"/>
          <ac:picMkLst>
            <pc:docMk/>
            <pc:sldMk cId="1654677455" sldId="296"/>
            <ac:picMk id="4" creationId="{C1641328-B353-33E8-19C7-55C4E0DBA431}"/>
          </ac:picMkLst>
        </pc:picChg>
        <pc:picChg chg="add del mod">
          <ac:chgData name="Sampath Kadagala" userId="4e9053481778f26d" providerId="LiveId" clId="{89F8A198-30DA-43F0-A040-97B3EEBFA701}" dt="2026-10-01T08:58:51.407" v="78" actId="478"/>
          <ac:picMkLst>
            <pc:docMk/>
            <pc:sldMk cId="1654677455" sldId="296"/>
            <ac:picMk id="10" creationId="{3B744750-F875-1213-A741-927567B00CD7}"/>
          </ac:picMkLst>
        </pc:picChg>
        <pc:picChg chg="add mod">
          <ac:chgData name="Sampath Kadagala" userId="4e9053481778f26d" providerId="LiveId" clId="{89F8A198-30DA-43F0-A040-97B3EEBFA701}" dt="2026-10-01T08:58:56.581" v="80" actId="1076"/>
          <ac:picMkLst>
            <pc:docMk/>
            <pc:sldMk cId="1654677455" sldId="296"/>
            <ac:picMk id="13" creationId="{4F00FBC8-8B1D-50CD-9CAA-38FCA0D03B0F}"/>
          </ac:picMkLst>
        </pc:picChg>
        <pc:picChg chg="add mod">
          <ac:chgData name="Sampath Kadagala" userId="4e9053481778f26d" providerId="LiveId" clId="{89F8A198-30DA-43F0-A040-97B3EEBFA701}" dt="2026-10-01T08:59:29.855" v="83" actId="1076"/>
          <ac:picMkLst>
            <pc:docMk/>
            <pc:sldMk cId="1654677455" sldId="296"/>
            <ac:picMk id="17" creationId="{C81FCC66-EB6F-7149-FEC0-8353A3B4282C}"/>
          </ac:picMkLst>
        </pc:picChg>
      </pc:sldChg>
      <pc:sldChg chg="delSp modSp mod">
        <pc:chgData name="Sampath Kadagala" userId="4e9053481778f26d" providerId="LiveId" clId="{89F8A198-30DA-43F0-A040-97B3EEBFA701}" dt="2026-10-01T08:38:06.472" v="51"/>
        <pc:sldMkLst>
          <pc:docMk/>
          <pc:sldMk cId="3553044738" sldId="297"/>
        </pc:sldMkLst>
        <pc:spChg chg="del mod">
          <ac:chgData name="Sampath Kadagala" userId="4e9053481778f26d" providerId="LiveId" clId="{89F8A198-30DA-43F0-A040-97B3EEBFA701}" dt="2026-10-01T08:38:06.471" v="49"/>
          <ac:spMkLst>
            <pc:docMk/>
            <pc:sldMk cId="3553044738" sldId="297"/>
            <ac:spMk id="4" creationId="{6C81D35C-61D1-662D-E4B4-B69FDEA7465D}"/>
          </ac:spMkLst>
        </pc:spChg>
        <pc:spChg chg="del mod">
          <ac:chgData name="Sampath Kadagala" userId="4e9053481778f26d" providerId="LiveId" clId="{89F8A198-30DA-43F0-A040-97B3EEBFA701}" dt="2026-10-01T08:38:06.472" v="51"/>
          <ac:spMkLst>
            <pc:docMk/>
            <pc:sldMk cId="3553044738" sldId="297"/>
            <ac:spMk id="13" creationId="{8ABC1FF8-07DC-74A0-F023-87B288A34E35}"/>
          </ac:spMkLst>
        </pc:spChg>
      </pc:sldChg>
      <pc:sldChg chg="addSp delSp modSp mod">
        <pc:chgData name="Sampath Kadagala" userId="4e9053481778f26d" providerId="LiveId" clId="{89F8A198-30DA-43F0-A040-97B3EEBFA701}" dt="2026-10-01T08:51:43.465" v="72" actId="14100"/>
        <pc:sldMkLst>
          <pc:docMk/>
          <pc:sldMk cId="2008358530" sldId="298"/>
        </pc:sldMkLst>
        <pc:spChg chg="mod">
          <ac:chgData name="Sampath Kadagala" userId="4e9053481778f26d" providerId="LiveId" clId="{89F8A198-30DA-43F0-A040-97B3EEBFA701}" dt="2026-10-01T08:18:02.250" v="11" actId="1076"/>
          <ac:spMkLst>
            <pc:docMk/>
            <pc:sldMk cId="2008358530" sldId="298"/>
            <ac:spMk id="16" creationId="{3BB53664-5ABB-8C32-4A93-4E8314A5E945}"/>
          </ac:spMkLst>
        </pc:spChg>
        <pc:picChg chg="del">
          <ac:chgData name="Sampath Kadagala" userId="4e9053481778f26d" providerId="LiveId" clId="{89F8A198-30DA-43F0-A040-97B3EEBFA701}" dt="2026-10-01T08:17:17.734" v="0" actId="478"/>
          <ac:picMkLst>
            <pc:docMk/>
            <pc:sldMk cId="2008358530" sldId="298"/>
            <ac:picMk id="3" creationId="{EB00AEEF-F04D-0905-7288-B264090C8196}"/>
          </ac:picMkLst>
        </pc:picChg>
        <pc:picChg chg="add del mod">
          <ac:chgData name="Sampath Kadagala" userId="4e9053481778f26d" providerId="LiveId" clId="{89F8A198-30DA-43F0-A040-97B3EEBFA701}" dt="2026-10-01T08:51:26.717" v="68" actId="478"/>
          <ac:picMkLst>
            <pc:docMk/>
            <pc:sldMk cId="2008358530" sldId="298"/>
            <ac:picMk id="4" creationId="{D0ADA783-3C20-0909-2336-BDB6CC950757}"/>
          </ac:picMkLst>
        </pc:picChg>
        <pc:picChg chg="add mod">
          <ac:chgData name="Sampath Kadagala" userId="4e9053481778f26d" providerId="LiveId" clId="{89F8A198-30DA-43F0-A040-97B3EEBFA701}" dt="2026-10-01T08:51:43.465" v="72" actId="14100"/>
          <ac:picMkLst>
            <pc:docMk/>
            <pc:sldMk cId="2008358530" sldId="298"/>
            <ac:picMk id="10" creationId="{C967D37A-8C99-AC48-C919-A141CCF6AFB5}"/>
          </ac:picMkLst>
        </pc:picChg>
      </pc:sldChg>
      <pc:sldChg chg="delSp modSp mod">
        <pc:chgData name="Sampath Kadagala" userId="4e9053481778f26d" providerId="LiveId" clId="{89F8A198-30DA-43F0-A040-97B3EEBFA701}" dt="2026-10-01T08:38:13.683" v="54"/>
        <pc:sldMkLst>
          <pc:docMk/>
          <pc:sldMk cId="1630454224" sldId="308"/>
        </pc:sldMkLst>
        <pc:spChg chg="del mod">
          <ac:chgData name="Sampath Kadagala" userId="4e9053481778f26d" providerId="LiveId" clId="{89F8A198-30DA-43F0-A040-97B3EEBFA701}" dt="2026-10-01T08:38:13.683" v="54"/>
          <ac:spMkLst>
            <pc:docMk/>
            <pc:sldMk cId="1630454224" sldId="308"/>
            <ac:spMk id="4" creationId="{8CCEC85C-E996-7A27-E208-DDC3DEB8FFCA}"/>
          </ac:spMkLst>
        </pc:spChg>
        <pc:picChg chg="del">
          <ac:chgData name="Sampath Kadagala" userId="4e9053481778f26d" providerId="LiveId" clId="{89F8A198-30DA-43F0-A040-97B3EEBFA701}" dt="2026-10-01T08:35:54.182" v="44" actId="478"/>
          <ac:picMkLst>
            <pc:docMk/>
            <pc:sldMk cId="1630454224" sldId="308"/>
            <ac:picMk id="3" creationId="{021762C5-2445-E306-BBE8-ADE7DB31B378}"/>
          </ac:picMkLst>
        </pc:picChg>
      </pc:sldChg>
      <pc:sldChg chg="addSp delSp modSp mod">
        <pc:chgData name="Sampath Kadagala" userId="4e9053481778f26d" providerId="LiveId" clId="{89F8A198-30DA-43F0-A040-97B3EEBFA701}" dt="2026-10-01T08:54:29.895" v="77" actId="1076"/>
        <pc:sldMkLst>
          <pc:docMk/>
          <pc:sldMk cId="172704582" sldId="309"/>
        </pc:sldMkLst>
        <pc:spChg chg="del mod">
          <ac:chgData name="Sampath Kadagala" userId="4e9053481778f26d" providerId="LiveId" clId="{89F8A198-30DA-43F0-A040-97B3EEBFA701}" dt="2026-10-01T08:21:25.976" v="19"/>
          <ac:spMkLst>
            <pc:docMk/>
            <pc:sldMk cId="172704582" sldId="309"/>
            <ac:spMk id="12" creationId="{0F2D041B-BEE6-88A3-7BCF-D56CB1233789}"/>
          </ac:spMkLst>
        </pc:spChg>
        <pc:spChg chg="del mod">
          <ac:chgData name="Sampath Kadagala" userId="4e9053481778f26d" providerId="LiveId" clId="{89F8A198-30DA-43F0-A040-97B3EEBFA701}" dt="2026-10-01T08:21:25.976" v="17"/>
          <ac:spMkLst>
            <pc:docMk/>
            <pc:sldMk cId="172704582" sldId="309"/>
            <ac:spMk id="15" creationId="{2859F375-D77A-A056-CD9A-BCA6C5F09BBA}"/>
          </ac:spMkLst>
        </pc:spChg>
        <pc:picChg chg="del">
          <ac:chgData name="Sampath Kadagala" userId="4e9053481778f26d" providerId="LiveId" clId="{89F8A198-30DA-43F0-A040-97B3EEBFA701}" dt="2026-10-01T08:21:13.430" v="12" actId="478"/>
          <ac:picMkLst>
            <pc:docMk/>
            <pc:sldMk cId="172704582" sldId="309"/>
            <ac:picMk id="3" creationId="{98FA9730-855C-D785-D946-46D1376C852B}"/>
          </ac:picMkLst>
        </pc:picChg>
        <pc:picChg chg="add del mod">
          <ac:chgData name="Sampath Kadagala" userId="4e9053481778f26d" providerId="LiveId" clId="{89F8A198-30DA-43F0-A040-97B3EEBFA701}" dt="2026-10-01T08:54:21.901" v="73" actId="478"/>
          <ac:picMkLst>
            <pc:docMk/>
            <pc:sldMk cId="172704582" sldId="309"/>
            <ac:picMk id="4" creationId="{19D920B9-53FA-FFF3-4423-B6D8EC3B4426}"/>
          </ac:picMkLst>
        </pc:picChg>
        <pc:picChg chg="del">
          <ac:chgData name="Sampath Kadagala" userId="4e9053481778f26d" providerId="LiveId" clId="{89F8A198-30DA-43F0-A040-97B3EEBFA701}" dt="2026-10-01T08:21:14.973" v="13" actId="478"/>
          <ac:picMkLst>
            <pc:docMk/>
            <pc:sldMk cId="172704582" sldId="309"/>
            <ac:picMk id="9" creationId="{94BE3DD9-2416-0943-BACA-3F6AF61D7794}"/>
          </ac:picMkLst>
        </pc:picChg>
        <pc:picChg chg="add del mod">
          <ac:chgData name="Sampath Kadagala" userId="4e9053481778f26d" providerId="LiveId" clId="{89F8A198-30DA-43F0-A040-97B3EEBFA701}" dt="2026-10-01T08:41:51.373" v="67" actId="478"/>
          <ac:picMkLst>
            <pc:docMk/>
            <pc:sldMk cId="172704582" sldId="309"/>
            <ac:picMk id="11" creationId="{A9767E78-E9A4-F750-AEED-6FE6C698AF4A}"/>
          </ac:picMkLst>
        </pc:picChg>
        <pc:picChg chg="add mod">
          <ac:chgData name="Sampath Kadagala" userId="4e9053481778f26d" providerId="LiveId" clId="{89F8A198-30DA-43F0-A040-97B3EEBFA701}" dt="2026-10-01T08:54:29.895" v="77" actId="1076"/>
          <ac:picMkLst>
            <pc:docMk/>
            <pc:sldMk cId="172704582" sldId="309"/>
            <ac:picMk id="14" creationId="{58469ED9-5AD8-7DCD-FB50-6AC45AE08E8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009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08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442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176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752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845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361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789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132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14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456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116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417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057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057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283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785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699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000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540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505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890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65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373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721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408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229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7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4693-9F62-5C67-18DA-F991A2B2D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A5E4C04-6D57-11A4-29B6-C9FF0E45A14D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CF7D441-1CCC-53D8-33B3-14905D554556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5F67A36-9FAE-2523-540F-100125DF7F32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0E7A4363-AEC0-078C-BA6A-34A81E17E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2" y="339061"/>
            <a:ext cx="2180610" cy="6926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3414CE-9F7A-B3E2-BE84-F29BCD3574BA}"/>
              </a:ext>
            </a:extLst>
          </p:cNvPr>
          <p:cNvSpPr txBox="1"/>
          <p:nvPr/>
        </p:nvSpPr>
        <p:spPr>
          <a:xfrm>
            <a:off x="1117190" y="901077"/>
            <a:ext cx="995761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002060"/>
                </a:solidFill>
                <a:latin typeface="Algerian" panose="04020705040A02060702" pitchFamily="82" charset="0"/>
              </a:rPr>
              <a:t>VEHICLE RENTAL MANAGEMENT SYSTEM</a:t>
            </a:r>
          </a:p>
          <a:p>
            <a:pPr algn="ctr"/>
            <a:r>
              <a:rPr lang="en-US" sz="2800" b="1" u="sng" dirty="0">
                <a:solidFill>
                  <a:srgbClr val="00B050"/>
                </a:solidFill>
                <a:latin typeface="Algerian" panose="04020705040A02060702" pitchFamily="82" charset="0"/>
              </a:rPr>
              <a:t>DBMS Cornerstone Project</a:t>
            </a:r>
          </a:p>
          <a:p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[K. N M ABHIRAM  CHANDU]</a:t>
            </a:r>
            <a:br>
              <a:rPr lang="en-US" dirty="0"/>
            </a:br>
            <a:r>
              <a:rPr lang="en-US" dirty="0"/>
              <a:t>[K.SAI SAMPATH]</a:t>
            </a:r>
            <a:br>
              <a:rPr lang="en-US" dirty="0"/>
            </a:br>
            <a:r>
              <a:rPr lang="en-US" dirty="0"/>
              <a:t>[K.SURYA PUSHKAR]</a:t>
            </a:r>
            <a:br>
              <a:rPr lang="en-US" dirty="0"/>
            </a:br>
            <a:r>
              <a:rPr lang="en-US" dirty="0"/>
              <a:t>[K.J V AVINASH ]</a:t>
            </a:r>
          </a:p>
          <a:p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AND ENGINEERING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II B.TECH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MANAGEMENT SYSTEMS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u="sng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VYDEHI MAM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54220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1CDB-8DAE-55C8-275B-FDB484C8B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1ED65E2-911B-CC0A-E397-D0B3B454E6DE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7FDB390-D617-531D-2DE5-58B28C208676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53D9BDE-7BAF-3CE7-C916-B5EA0E86260D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4BAF831D-1FB1-922D-3FFD-7DAEE2C47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E34D37-3A17-1674-991D-23C55710AC4F}"/>
              </a:ext>
            </a:extLst>
          </p:cNvPr>
          <p:cNvSpPr txBox="1"/>
          <p:nvPr/>
        </p:nvSpPr>
        <p:spPr>
          <a:xfrm>
            <a:off x="1209369" y="1315936"/>
            <a:ext cx="10068232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vehicle rentals manually can be time-consuming and difficult.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customer and vehicle records manually may lead to errors.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vehicle availability for a particular period can be difficult.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bookings, rental details, payments, and returns requires proper record keeping.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and updating rental information manually takes more time.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centralized database to store and manage all rental information efficiently.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>
              <a:buNone/>
            </a:pPr>
            <a:endParaRPr 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Rental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centralized database to manage customers, vehicles, rentals, payments, and returns in an organized and efficient manner.</a:t>
            </a:r>
          </a:p>
        </p:txBody>
      </p:sp>
    </p:spTree>
    <p:extLst>
      <p:ext uri="{BB962C8B-B14F-4D97-AF65-F5344CB8AC3E}">
        <p14:creationId xmlns:p14="http://schemas.microsoft.com/office/powerpoint/2010/main" val="18164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EE229-263E-2697-D3FA-55A4899C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F61E059-8B88-8311-E15F-BB1703D8D453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F1FAF58-8B0E-AFBE-D698-8C46F7F0BC2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7CDF8FE-2B5F-3BFE-4185-6CAB30A145D7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758DCEBB-89F8-0BA4-1E18-BBE60B7E3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D7D422-10FF-C19E-12C6-1EFB5A02D4E0}"/>
              </a:ext>
            </a:extLst>
          </p:cNvPr>
          <p:cNvSpPr txBox="1"/>
          <p:nvPr/>
        </p:nvSpPr>
        <p:spPr>
          <a:xfrm>
            <a:off x="668594" y="1209367"/>
            <a:ext cx="9920748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THE SYSTEM NEEDED?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in vehicle rental management.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customer and vehicle information in one place.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quickly check vehicle availability.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rental bookings efficiently.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payment and return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data duplication and human errors.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faster access to rental information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267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35236-4BC4-5A42-7AFD-9C16705B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D2F0100-164E-E0F2-67FD-EA6A48283D60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CBAC607-AFEC-7B8D-B72B-7ABCBFB39B0D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7842E7E-323A-D7F6-F56E-516A3C58B2BA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33DC68BD-1F1D-A7C9-E5E9-F2ABFEE55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396543-E7E9-D4AE-0E27-2B215B543C93}"/>
              </a:ext>
            </a:extLst>
          </p:cNvPr>
          <p:cNvSpPr txBox="1"/>
          <p:nvPr/>
        </p:nvSpPr>
        <p:spPr>
          <a:xfrm>
            <a:off x="926340" y="1300193"/>
            <a:ext cx="851473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the Vehicle Rental Management System are: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and manage customer details securely.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complete information about available vehicles.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vehicle booking and rental details.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vehicle availability and rental status.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payment and return information.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data entry errors.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quick and organized access to rental records.</a:t>
            </a:r>
          </a:p>
        </p:txBody>
      </p:sp>
    </p:spTree>
    <p:extLst>
      <p:ext uri="{BB962C8B-B14F-4D97-AF65-F5344CB8AC3E}">
        <p14:creationId xmlns:p14="http://schemas.microsoft.com/office/powerpoint/2010/main" val="378688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41A9B-EF76-3EAA-38FE-63E194DD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638C1B9-6515-C060-59A8-A86F70513E80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3C4FA7A-A727-35D2-286C-967272BF582B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91EB6C3-397B-8C2F-8DB6-239220330C28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BA99C04E-BB78-2F7B-4E57-CBD366BF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3B4610-3EFB-11AC-1975-B2D22764D29A}"/>
              </a:ext>
            </a:extLst>
          </p:cNvPr>
          <p:cNvSpPr txBox="1"/>
          <p:nvPr/>
        </p:nvSpPr>
        <p:spPr>
          <a:xfrm>
            <a:off x="1066800" y="339060"/>
            <a:ext cx="10417629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algn="ctr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able to: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manage customer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delete, and view vehicle details.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availability status of vehicles.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vehicle rental bookings.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rental start date and expected return date.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payment details for rentals.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vehicle return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the vehicle status after booking and return.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retrieve customer, vehicle, and rental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rental-related information when required.</a:t>
            </a:r>
          </a:p>
        </p:txBody>
      </p:sp>
    </p:spTree>
    <p:extLst>
      <p:ext uri="{BB962C8B-B14F-4D97-AF65-F5344CB8AC3E}">
        <p14:creationId xmlns:p14="http://schemas.microsoft.com/office/powerpoint/2010/main" val="179868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C841B-09DD-CBE6-758B-5E54F993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559A74E-38B0-3F9C-95CC-0F0A261AE9A9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93511A2-BAF8-3296-4DBE-4F500EEF9165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34ABEBD4-E909-6A57-365A-E010CCFC045C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B36E47B3-408D-1806-6D66-1A2E0DCB4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B4AA3-7044-9DE9-A739-595A0255CC13}"/>
              </a:ext>
            </a:extLst>
          </p:cNvPr>
          <p:cNvSpPr txBox="1"/>
          <p:nvPr/>
        </p:nvSpPr>
        <p:spPr>
          <a:xfrm>
            <a:off x="1095947" y="1284804"/>
            <a:ext cx="836479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provide: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 customer and rental information from unauthorized access.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 and update records quickly.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accurate and consistent rental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 simple and user-friendly interface.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the database to handle more customers and vehicles in the future.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that stored information remains accurate and consistent.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the system available whenever rental information is required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8531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C6F78-FDE1-26D3-2C01-AE81FE90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31AFA5F-AE8D-980C-E3D7-E806AA5F6937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7A8A9E6-747E-B207-691F-7D91FAB4A657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1305110-03D8-E091-3A6F-6E2CD7B798D6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7D9E03E7-67B6-91B7-6E89-223D4FA1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424F23-BD35-196F-4FBB-298A613FD366}"/>
              </a:ext>
            </a:extLst>
          </p:cNvPr>
          <p:cNvSpPr txBox="1"/>
          <p:nvPr/>
        </p:nvSpPr>
        <p:spPr>
          <a:xfrm>
            <a:off x="1348096" y="1161694"/>
            <a:ext cx="787493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ADMINISTRATOR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the complete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and updates vehicle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customer and rental records.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payments and returns.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RENTAL STAFF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customers.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rental bookings.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vehicle availability.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vehicle returns and payments.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CUSTOMER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 details for registration.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available vehicles.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Requests/bookings vehicles.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rental and return information.</a:t>
            </a:r>
          </a:p>
        </p:txBody>
      </p:sp>
    </p:spTree>
    <p:extLst>
      <p:ext uri="{BB962C8B-B14F-4D97-AF65-F5344CB8AC3E}">
        <p14:creationId xmlns:p14="http://schemas.microsoft.com/office/powerpoint/2010/main" val="4176678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02301-FC01-0BC9-F9CC-7B1513C2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9301617-0B2E-4E43-2A7F-1CEB9BB60408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272EB73-C8B0-9006-3F06-54FBEC2BD414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92F3AFD-9207-39E8-BF11-0CC9C3BBDE75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E1DC00D5-1B4A-3615-9E01-68CB77BF2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E2B6E2-F5D8-4687-79B7-A2759F6D91F0}"/>
              </a:ext>
            </a:extLst>
          </p:cNvPr>
          <p:cNvSpPr txBox="1"/>
          <p:nvPr/>
        </p:nvSpPr>
        <p:spPr>
          <a:xfrm>
            <a:off x="838200" y="1379812"/>
            <a:ext cx="8364793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DESIGN: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Entity-Relationship (ER) model represents the structure of the Vehicle Rental Management System.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Objects involved in the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Properties that describe each entity.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Uniquely identify each record.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Show how entities are connected.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Defines how many records of one entity can be associated with another entity.</a:t>
            </a:r>
          </a:p>
        </p:txBody>
      </p:sp>
    </p:spTree>
    <p:extLst>
      <p:ext uri="{BB962C8B-B14F-4D97-AF65-F5344CB8AC3E}">
        <p14:creationId xmlns:p14="http://schemas.microsoft.com/office/powerpoint/2010/main" val="1957721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A3C9-ED28-82F2-B687-5FA3963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6ADCE63-5327-9D45-353A-ABB0B19EEA78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5608A74-281F-D0E2-9A4B-672B19962645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57B388D-B93E-D85C-6281-69350C190637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DCDC8523-A4B8-9764-F50A-AD7C5FAD4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2D04FE-69CD-B3F9-9BEB-B874C475E0DA}"/>
              </a:ext>
            </a:extLst>
          </p:cNvPr>
          <p:cNvSpPr txBox="1"/>
          <p:nvPr/>
        </p:nvSpPr>
        <p:spPr>
          <a:xfrm>
            <a:off x="1698171" y="1502230"/>
            <a:ext cx="750482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 ENTITIES: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/ Administrator</a:t>
            </a:r>
          </a:p>
        </p:txBody>
      </p:sp>
    </p:spTree>
    <p:extLst>
      <p:ext uri="{BB962C8B-B14F-4D97-AF65-F5344CB8AC3E}">
        <p14:creationId xmlns:p14="http://schemas.microsoft.com/office/powerpoint/2010/main" val="398422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DB25-B852-5606-3B2A-D5C92F43C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D089A36-3CAC-E0EB-7BFD-7CC2F43C032E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89B79EC-B571-5AC6-3C80-0F1DD30BDC8B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402036F-7BDF-7E23-33E1-0D480AC0560B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68D0A89E-9614-1C81-03D8-C61F765A9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BA5966-F9DA-3842-74FD-A748857F4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089832"/>
              </p:ext>
            </p:extLst>
          </p:nvPr>
        </p:nvGraphicFramePr>
        <p:xfrm>
          <a:off x="838200" y="2126774"/>
          <a:ext cx="35052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06857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53785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8ADA3FD-9DF8-0289-0DF2-838E756E5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504141"/>
              </p:ext>
            </p:extLst>
          </p:nvPr>
        </p:nvGraphicFramePr>
        <p:xfrm>
          <a:off x="838200" y="1817914"/>
          <a:ext cx="10515600" cy="443048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342916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23422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76339302"/>
                    </a:ext>
                  </a:extLst>
                </a:gridCol>
              </a:tblGrid>
              <a:tr h="39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Important Attributes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337394"/>
                  </a:ext>
                </a:extLst>
              </a:tr>
              <a:tr h="39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Name, Phone, Email,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050815"/>
                  </a:ext>
                </a:extLst>
              </a:tr>
              <a:tr h="707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Vehicle_ID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Vehicle_Number, Model, Brand, Year,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943428"/>
                  </a:ext>
                </a:extLst>
              </a:tr>
              <a:tr h="39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Type_Name, 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177751"/>
                  </a:ext>
                </a:extLst>
              </a:tr>
              <a:tr h="707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Rental_ID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Rental_Date, Start_Date, End_Date,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743156"/>
                  </a:ext>
                </a:extLst>
              </a:tr>
              <a:tr h="707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Amount, Payment_Date, Payment_Method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542524"/>
                  </a:ext>
                </a:extLst>
              </a:tr>
              <a:tr h="707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Return_Date, Condition, Late_Fee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66520"/>
                  </a:ext>
                </a:extLst>
              </a:tr>
              <a:tr h="399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Staff_ID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Name, Phone, Email, 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55680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D6FF45D-843F-58D8-AC33-A797DE07498A}"/>
              </a:ext>
            </a:extLst>
          </p:cNvPr>
          <p:cNvSpPr txBox="1"/>
          <p:nvPr/>
        </p:nvSpPr>
        <p:spPr>
          <a:xfrm>
            <a:off x="2786743" y="1110344"/>
            <a:ext cx="495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AND ATTRIBUTES:</a:t>
            </a:r>
          </a:p>
        </p:txBody>
      </p:sp>
    </p:spTree>
    <p:extLst>
      <p:ext uri="{BB962C8B-B14F-4D97-AF65-F5344CB8AC3E}">
        <p14:creationId xmlns:p14="http://schemas.microsoft.com/office/powerpoint/2010/main" val="353403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7981F-0742-BC38-F351-996CBF62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0B1618A-8867-BF54-8912-F63E89CC3B98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CE495A2-F0CC-80AC-CF36-63D4423933B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244BB1E-8109-A1ED-12D0-CDD490906ED5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0A9EC57F-06F1-33A9-BC83-DA93CB401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6C3203-F053-3873-9F25-7DFE835035A5}"/>
              </a:ext>
            </a:extLst>
          </p:cNvPr>
          <p:cNvSpPr txBox="1"/>
          <p:nvPr/>
        </p:nvSpPr>
        <p:spPr>
          <a:xfrm>
            <a:off x="838200" y="1030801"/>
            <a:ext cx="954677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JUSTIFICATION: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about people who rent vehicles.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details of vehicles available for rental.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vehicles according to their type, such as car, bike, SUV, etc.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about vehicle booking and rental periods.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payment information related to a rental.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details about the return of a rented vehicle.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about employees who manage rental activities.</a:t>
            </a:r>
          </a:p>
        </p:txBody>
      </p:sp>
    </p:spTree>
    <p:extLst>
      <p:ext uri="{BB962C8B-B14F-4D97-AF65-F5344CB8AC3E}">
        <p14:creationId xmlns:p14="http://schemas.microsoft.com/office/powerpoint/2010/main" val="3759608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FB5C-A034-6A33-F532-6650DCC3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45950AE-C671-B91A-F76F-30E5C87488CC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0F0363C-5700-B8F7-8630-7207997C382E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CC5DE41-D9B1-7710-FDD8-2380332FE3A9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F38F7E94-F792-C63F-A42F-318F83888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AFC85B-95C0-E67E-507D-4D409EDDA199}"/>
              </a:ext>
            </a:extLst>
          </p:cNvPr>
          <p:cNvSpPr txBox="1"/>
          <p:nvPr/>
        </p:nvSpPr>
        <p:spPr>
          <a:xfrm>
            <a:off x="838200" y="1415144"/>
            <a:ext cx="1001661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endParaRPr lang="en-US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relationship tells us how two entities are connected to each other.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Customer makes a Rental.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Vehicle is assigned to a Rental.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Vehicle Type classifies one or more Vehicles.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Rental has associated Payment information.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Rental has a Return record when the vehicle is returned.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Staff member manages Rental activities.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098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F89A-E893-5897-FEFF-4B6F5192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C8D7E24-D498-FB26-BC97-BD3326E9AFA0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19B1754-D301-A05C-4372-215D7B20C8A7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042AE1E-B1A9-AF70-F66B-A5B0DD399519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E7B2601B-E61F-AB9A-8B7B-C6CF75FB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0180BB-7384-17FD-8931-2F93CF318C0F}"/>
              </a:ext>
            </a:extLst>
          </p:cNvPr>
          <p:cNvSpPr txBox="1"/>
          <p:nvPr/>
        </p:nvSpPr>
        <p:spPr>
          <a:xfrm>
            <a:off x="1034143" y="753802"/>
            <a:ext cx="996042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CARDINALITY: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— Rental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customer can make many rentals, while each rental belongs to one customer.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 — Vehicle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vehicle type can contain many vehicles, while each vehicle belongs to one vehicle type.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— Rental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vehicle can be rented many times over different periods, while each rental is associated with one vehicle.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 — Payment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rental has one payment record in the basic system design.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 — Return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completed rental has one return record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4430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87C4B-C062-8EF3-C211-89A64BC0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EB3837E-5481-BEB1-0C1E-C5768492E9D5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2A71BD6-F8A6-3A99-6DC7-3EA7457BFEE9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F86C398-4DEE-CEC8-24C6-C921180EC826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135A9CE5-3960-4A66-C343-7418C02FF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AD602D-4927-2E6A-46E5-D0B5BCDD0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54" y="1140308"/>
            <a:ext cx="10066892" cy="51210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7C6E21-2208-3EA7-08FE-D4C2A85A283C}"/>
              </a:ext>
            </a:extLst>
          </p:cNvPr>
          <p:cNvSpPr txBox="1"/>
          <p:nvPr/>
        </p:nvSpPr>
        <p:spPr>
          <a:xfrm>
            <a:off x="3185652" y="20572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ER-DIAGRAM</a:t>
            </a:r>
          </a:p>
        </p:txBody>
      </p:sp>
    </p:spTree>
    <p:extLst>
      <p:ext uri="{BB962C8B-B14F-4D97-AF65-F5344CB8AC3E}">
        <p14:creationId xmlns:p14="http://schemas.microsoft.com/office/powerpoint/2010/main" val="2755982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6DAB-B609-D201-E5FD-C59BBE3E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1806FB2-144D-FC44-F096-1EE23A69AC75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56B7529-B84D-2D48-E442-5C6E55ACC59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E69924F-00D4-21BE-B25F-2F95524EDDE0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7A154915-B81B-B2EA-9FE5-3C2D8D4D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413322-2320-82DA-B2DA-5BCD2BC23E74}"/>
              </a:ext>
            </a:extLst>
          </p:cNvPr>
          <p:cNvSpPr txBox="1"/>
          <p:nvPr/>
        </p:nvSpPr>
        <p:spPr>
          <a:xfrm>
            <a:off x="4218039" y="412955"/>
            <a:ext cx="3549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TABLE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911" y="1618488"/>
            <a:ext cx="5341919" cy="35753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030509-280C-A109-2F06-F5F357AA7FF3}"/>
              </a:ext>
            </a:extLst>
          </p:cNvPr>
          <p:cNvSpPr txBox="1"/>
          <p:nvPr/>
        </p:nvSpPr>
        <p:spPr>
          <a:xfrm>
            <a:off x="696170" y="1618488"/>
            <a:ext cx="59131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CUSTOMER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CUSTOMER_ID NUMBER(5) PRIMARY KEY,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VARCHAR2(50) NOT NULL,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VARCHAR2(80) UNIQUE,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PHONE VARCHAR2(15),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STREET VARCHAR2(50),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CITY VARCHAR2(30),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STATE VARCHAR2(30),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PINCODE VARCHAR2(10),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DRIVING_LICENSE_NO VARCHAR2(25) UNIQUE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79191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BF9A-C2D5-D0EE-47CD-5910DB28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BDB2E5F-8E9D-DC06-D813-4B093FD0D8BC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7DDC4B2-FB59-FD2E-7C39-EF2BC7EA1D9A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C57DF70-12E7-2A91-3CBE-0809A2A98B29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902FD261-1505-4A88-637F-2A583FED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AF481F-B700-A469-0FC9-A4DFF0F45B63}"/>
              </a:ext>
            </a:extLst>
          </p:cNvPr>
          <p:cNvSpPr txBox="1"/>
          <p:nvPr/>
        </p:nvSpPr>
        <p:spPr>
          <a:xfrm>
            <a:off x="4581832" y="530942"/>
            <a:ext cx="3333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TABLE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464" y="1883664"/>
            <a:ext cx="5885186" cy="2697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794F5F-2CDD-44EB-C892-C4C1D33921D1}"/>
              </a:ext>
            </a:extLst>
          </p:cNvPr>
          <p:cNvSpPr txBox="1"/>
          <p:nvPr/>
        </p:nvSpPr>
        <p:spPr>
          <a:xfrm>
            <a:off x="544488" y="1916516"/>
            <a:ext cx="54539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VEHICLE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VEHICLE_ID NUMBER(5) PRIMARY KEY,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BRAND VARCHAR2(30) NOT NULL,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MODEL VARCHAR2(30) NOT NULL,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REG_NUMBER VARCHAR2(20) UNIQUE NOT NULL,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KILOMETERS_DRIVEN NUMBER(8),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FUEL_TYPE VARCHAR2(15),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DAILY_PRICE NUMBER(10,2) NOT NULL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969934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AF98-3D99-83C5-B242-3D998D589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DEC38EE-4996-097C-D048-176AC2B2E2FE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326F04D7-2C4E-9EA1-6156-CE51C7AD91FE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29108FD-6D77-85A5-54FC-7454F19CC328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A0878793-DE2E-F0DF-9692-065C2CFCF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5" y="52529"/>
            <a:ext cx="1854361" cy="58901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C6BDF01-673A-04CE-1B4A-BAD9D40B11F0}"/>
              </a:ext>
            </a:extLst>
          </p:cNvPr>
          <p:cNvSpPr txBox="1"/>
          <p:nvPr/>
        </p:nvSpPr>
        <p:spPr>
          <a:xfrm>
            <a:off x="4729316" y="179879"/>
            <a:ext cx="3293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TABLE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AD602D-4927-2E6A-46E5-D0B5BCDD0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696" y="948351"/>
            <a:ext cx="6381142" cy="51210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EF43FA-66DB-8691-16E9-AC00365D4E12}"/>
              </a:ext>
            </a:extLst>
          </p:cNvPr>
          <p:cNvSpPr txBox="1"/>
          <p:nvPr/>
        </p:nvSpPr>
        <p:spPr>
          <a:xfrm>
            <a:off x="398133" y="790959"/>
            <a:ext cx="4920915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BOOKING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BOOKING_ID NUMBER(5) PRIMARY KEY,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CUSTOMER_ID NUMBER(5) NOT NULL,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VEHICLE_ID NUMBER(5) NOT NULL,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STAFF_ID NUMBER(5),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BOOKING_DATE DATE NOT NULL,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PICKUP_DATE DATE NOT NULL,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RETURN_DATE DATE NOT NULL,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RETURN_TIME VARCHAR2(10),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PICKUP_LOCATION VARCHAR2(50),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DROP_LOCATION VARCHAR2(50),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FK_BOOKING_CUSTOMER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FOREIGN KEY (CUSTOMER_ID)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REFERENCES CUSTOMER(CUSTOMER_ID),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FK_BOOKING_VEHICLE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FOREIGN KEY (VEHICLE_ID)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REFERENCES VEHICLE(VEHICLE_ID),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FK_BOOKING_STAFF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FOREIGN KEY (STAFF_ID)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REFERENCES STAFF(STAFF_ID)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32048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2BE6D-19BA-38A3-4AE7-66DB1D0C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AF739FA-FBCD-BF37-422E-CDB2C30B6E92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D12076A-9981-FE1A-AAC6-EFC4706220A4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6F4338B-2684-9B03-A907-36283D408FA6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E85CC33A-1C89-7408-37BA-59FB1D4C6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E53F11-69BC-9C48-D01F-AEDB8DB5D27B}"/>
              </a:ext>
            </a:extLst>
          </p:cNvPr>
          <p:cNvSpPr txBox="1"/>
          <p:nvPr/>
        </p:nvSpPr>
        <p:spPr>
          <a:xfrm>
            <a:off x="4572000" y="847382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 TABLE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320" y="1517904"/>
            <a:ext cx="6035040" cy="4369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A9E40E-25FA-A062-86A9-921E343C1098}"/>
              </a:ext>
            </a:extLst>
          </p:cNvPr>
          <p:cNvSpPr txBox="1"/>
          <p:nvPr/>
        </p:nvSpPr>
        <p:spPr>
          <a:xfrm>
            <a:off x="838200" y="2136338"/>
            <a:ext cx="49209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STAFF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STAFF_ID NUMBER(5) PRIMARY KEY,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FIRST_NAME VARCHAR2(25) NOT NULL,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MIDDLE_NAME VARCHAR2(25),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LAST_NAME VARCHAR2(25) NOT NULL,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PHONE VARCHAR2(15),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VARCHAR2(80) UNIQUE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43402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932AF-2BF6-3A5C-3963-780D9183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607EE25-BA3F-78E0-5ED7-74B11F369C99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42E8C0B8-5E5A-FA05-DE33-83C51CB84AA7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F4963A9-71AD-F8D1-00AE-469F49F5F590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D87B94A7-28E7-B469-2F0E-3668D810F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BF023D-A8B4-9522-0972-6902EDCB8773}"/>
              </a:ext>
            </a:extLst>
          </p:cNvPr>
          <p:cNvSpPr txBox="1"/>
          <p:nvPr/>
        </p:nvSpPr>
        <p:spPr>
          <a:xfrm>
            <a:off x="4647047" y="833513"/>
            <a:ext cx="3323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TABLE</a:t>
            </a:r>
          </a:p>
        </p:txBody>
      </p:sp>
      <p:sp>
        <p:nvSpPr>
          <p:cNvPr id="3" name="AutoShape 2" descr="Generated image: Vehicle Rental Database ER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789" y="1567335"/>
            <a:ext cx="5505253" cy="39492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7BADEE-DCF6-6418-DB4C-FEBFECEF79FB}"/>
              </a:ext>
            </a:extLst>
          </p:cNvPr>
          <p:cNvSpPr txBox="1"/>
          <p:nvPr/>
        </p:nvSpPr>
        <p:spPr>
          <a:xfrm>
            <a:off x="838200" y="185933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PAYMENT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PAYMENT_ID NUMBER(5) PRIMARY KEY,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BOOKING_ID NUMBER(5) NOT NULL,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PAYMENT_DATE DATE NOT NULL,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AMOUNT NUMBER(10,2) NOT NULL,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PAYMENT_METHOD VARCHAR2(20),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FK_PAYMENT_BOOKING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FOREIGN KEY (BOOKING_ID)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REFERENCES BOOKING(BOOKING_ID)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55965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3FB18-E359-5BB2-4D92-52F74B37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BA5C97B-D081-3505-6A17-A5E9735A10C9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91425CE-9569-3169-34BC-BC461802A719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6392849-C0D4-646C-0139-AED6FEA509D3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35C198F5-30A9-C732-1702-EB7207D9C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52" y="203408"/>
            <a:ext cx="2160946" cy="686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F0A653-878F-7A73-AEA9-344410EC36B8}"/>
              </a:ext>
            </a:extLst>
          </p:cNvPr>
          <p:cNvSpPr txBox="1"/>
          <p:nvPr/>
        </p:nvSpPr>
        <p:spPr>
          <a:xfrm>
            <a:off x="4670323" y="476402"/>
            <a:ext cx="3392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E0044-4FD0-F4CD-42DE-739E0E19A952}"/>
              </a:ext>
            </a:extLst>
          </p:cNvPr>
          <p:cNvSpPr txBox="1"/>
          <p:nvPr/>
        </p:nvSpPr>
        <p:spPr>
          <a:xfrm>
            <a:off x="838200" y="1562179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RETURNS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RETURN_ID NUMBER(5) PRIMARY KEY,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BOOKING_ID NUMBER(5) NOT NULL,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RETURN_DATE DATE NOT NULL,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RETURN_TIME VARCHAR2(10),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FUEL_LEVEL VARCHAR2(20),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DAMAGE_CHARGES NUMBER(10,2),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FK_RETURNS_BOOKING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FOREIGN KEY (BOOKING_ID)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REFERENCES BOOKING(BOOKING_ID)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69939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54B0D-E4D6-C214-694A-F38AA5A0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8AFE988-CCC7-2473-369F-ACB644E6FD0B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F4B8AC1-C4CD-4693-F076-FD6DE8F4C58E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2CA0D69-EC95-6ABF-3C7C-39721E5D18BC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81AA5ADB-619F-4CE9-06E6-0EA10873B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97AA04-2222-D793-BBD0-2A9224038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337" y="1337188"/>
            <a:ext cx="8662850" cy="37559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D0A5E7-A5FC-CD4A-ED62-C0C9D540D491}"/>
              </a:ext>
            </a:extLst>
          </p:cNvPr>
          <p:cNvSpPr txBox="1"/>
          <p:nvPr/>
        </p:nvSpPr>
        <p:spPr>
          <a:xfrm>
            <a:off x="3907121" y="682260"/>
            <a:ext cx="4975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CUSTOMER;</a:t>
            </a:r>
          </a:p>
        </p:txBody>
      </p:sp>
    </p:spTree>
    <p:extLst>
      <p:ext uri="{BB962C8B-B14F-4D97-AF65-F5344CB8AC3E}">
        <p14:creationId xmlns:p14="http://schemas.microsoft.com/office/powerpoint/2010/main" val="1428960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445E6-B3BD-B0B5-5DCF-78BEBC360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7EC3E14-D18B-1BF2-51C0-098C356A49E0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70A79E3-33A7-B171-4717-F78E2F18CB86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86133B3-B078-D2DA-5ED2-CBBF4E52B0BB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A57C74A6-02D2-2B20-985D-ABF1C7308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1A6B87-5112-E9F0-131F-B5AC7D36D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511" y="1465006"/>
            <a:ext cx="8183980" cy="34757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C9047C-07B2-28A9-ECE4-B8FDE73C2466}"/>
              </a:ext>
            </a:extLst>
          </p:cNvPr>
          <p:cNvSpPr txBox="1"/>
          <p:nvPr/>
        </p:nvSpPr>
        <p:spPr>
          <a:xfrm>
            <a:off x="3297501" y="6822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VEHICLE;</a:t>
            </a:r>
          </a:p>
        </p:txBody>
      </p:sp>
    </p:spTree>
    <p:extLst>
      <p:ext uri="{BB962C8B-B14F-4D97-AF65-F5344CB8AC3E}">
        <p14:creationId xmlns:p14="http://schemas.microsoft.com/office/powerpoint/2010/main" val="3633357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176A-8B19-4ED8-BC59-F6599743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5BFE804-A024-4E89-ED35-92C7F7BCA4A5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61E8607-E0B3-E02F-7D79-1D42DB597103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236F594-CC93-A457-DE72-B6D5B92FF9FE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BF82B36D-30DB-A347-B85C-F1532FE75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454821-1804-F84B-1EA0-8D38A967A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867" y="1262276"/>
            <a:ext cx="7509922" cy="43334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860519-B22C-E8AE-2C48-5487E70A7751}"/>
              </a:ext>
            </a:extLst>
          </p:cNvPr>
          <p:cNvSpPr txBox="1"/>
          <p:nvPr/>
        </p:nvSpPr>
        <p:spPr>
          <a:xfrm>
            <a:off x="3706761" y="56379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STAFF;</a:t>
            </a:r>
          </a:p>
        </p:txBody>
      </p:sp>
    </p:spTree>
    <p:extLst>
      <p:ext uri="{BB962C8B-B14F-4D97-AF65-F5344CB8AC3E}">
        <p14:creationId xmlns:p14="http://schemas.microsoft.com/office/powerpoint/2010/main" val="3188711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347F0-84D4-1250-D0B4-1619ECB3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61DE619-78CB-C2EF-99CB-C6DEF3A0C0B1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A27E0EC-FBE7-3E4C-C6F9-E701694A1FB7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078E3F7-5AC5-EB5C-EC52-AC1087A1D161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F5F9B6C9-4454-B331-B993-9F1178D20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74CDF3-98F8-AC72-4EE8-6EEF86852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611" y="1960043"/>
            <a:ext cx="9668802" cy="29379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FF56E8-B6E3-62EC-22E9-FC4C61863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06" y="1960043"/>
            <a:ext cx="1245005" cy="29379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5632AF-7794-1207-2AF6-E4D6BFBDFFC7}"/>
              </a:ext>
            </a:extLst>
          </p:cNvPr>
          <p:cNvSpPr txBox="1"/>
          <p:nvPr/>
        </p:nvSpPr>
        <p:spPr>
          <a:xfrm>
            <a:off x="3185652" y="9900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BOOKING;</a:t>
            </a:r>
          </a:p>
        </p:txBody>
      </p:sp>
    </p:spTree>
    <p:extLst>
      <p:ext uri="{BB962C8B-B14F-4D97-AF65-F5344CB8AC3E}">
        <p14:creationId xmlns:p14="http://schemas.microsoft.com/office/powerpoint/2010/main" val="3953079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F9D90-C57F-0F30-6CF2-95B674119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F7FDF8B-96B2-303D-A20B-15FA401D4584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09CD9D4-8D30-02C1-BC0E-BF8EECAD4F70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F40AC87-BA5F-448F-8912-C1F9C5F2D528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021EF466-74C4-B7EC-19F7-E07276A76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C3519F-D56E-677F-1EC8-A516CD9B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835" y="1511635"/>
            <a:ext cx="8443986" cy="38347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F4FD2F-6E43-7CC2-D4AA-FDA5B9EA9943}"/>
              </a:ext>
            </a:extLst>
          </p:cNvPr>
          <p:cNvSpPr txBox="1"/>
          <p:nvPr/>
        </p:nvSpPr>
        <p:spPr>
          <a:xfrm>
            <a:off x="3592488" y="76586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PAYMENT</a:t>
            </a:r>
          </a:p>
        </p:txBody>
      </p:sp>
    </p:spTree>
    <p:extLst>
      <p:ext uri="{BB962C8B-B14F-4D97-AF65-F5344CB8AC3E}">
        <p14:creationId xmlns:p14="http://schemas.microsoft.com/office/powerpoint/2010/main" val="2499449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049F-AAC3-7514-6A59-5AA5AAB5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732B65F-AC3A-DA3C-6E37-0A905DF72172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696054F-5716-EB19-C54A-145E25137903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CA3A4FA-CADF-A4CE-E91C-DD5921540A97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0EDFAD63-4BD9-2FCC-1AF7-4E3737FD7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95" y="206326"/>
            <a:ext cx="2160946" cy="686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999916-A6F1-BF1F-07CA-F0F639AC7DBA}"/>
              </a:ext>
            </a:extLst>
          </p:cNvPr>
          <p:cNvSpPr txBox="1"/>
          <p:nvPr/>
        </p:nvSpPr>
        <p:spPr>
          <a:xfrm>
            <a:off x="560440" y="142643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Query 1 — Display customers from Visakhapatnam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CUSTOMER_ID, NAME, PHONE, CITY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CITY = 'Visakhapatnam';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0546D3-F9D1-7C0E-4030-19C7E83F2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360" y="1466840"/>
            <a:ext cx="5235394" cy="9602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9D3D5F1-4E53-1897-6E69-53BE942A2052}"/>
              </a:ext>
            </a:extLst>
          </p:cNvPr>
          <p:cNvSpPr txBox="1"/>
          <p:nvPr/>
        </p:nvSpPr>
        <p:spPr>
          <a:xfrm>
            <a:off x="560440" y="3429000"/>
            <a:ext cx="6236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Query 2 — Display vehicles with daily price between 1500 and 2500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VEHICLE_ID, BRAND, MODEL, DAILY_PRICE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VEHICLE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DAILY_PRICE BETWEEN 1500 AND 2500;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54FC248-02D8-40C0-00BE-31B38EC4A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360" y="2894174"/>
            <a:ext cx="5159187" cy="33911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2A1E9C-9FED-CD6E-7C95-015B91A608BD}"/>
              </a:ext>
            </a:extLst>
          </p:cNvPr>
          <p:cNvSpPr txBox="1"/>
          <p:nvPr/>
        </p:nvSpPr>
        <p:spPr>
          <a:xfrm>
            <a:off x="4395019" y="511277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1178844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F8E0-05E2-A9A5-23AE-E231CFC59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C7ADF4D-56E3-812A-9739-1589C32EDEE7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7C7C6ED-577D-C5BF-8C96-A21D9894304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3E080218-E09D-9E4D-5E58-B908381E925B}"/>
              </a:ext>
            </a:extLst>
          </p:cNvPr>
          <p:cNvSpPr txBox="1">
            <a:spLocks/>
          </p:cNvSpPr>
          <p:nvPr/>
        </p:nvSpPr>
        <p:spPr>
          <a:xfrm>
            <a:off x="3592488" y="638640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7F3E0515-6AC8-7785-9CFA-D52CCBD65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0" y="128700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9D913B-0E02-D4B1-2FAC-966CDF29481F}"/>
              </a:ext>
            </a:extLst>
          </p:cNvPr>
          <p:cNvSpPr txBox="1"/>
          <p:nvPr/>
        </p:nvSpPr>
        <p:spPr>
          <a:xfrm>
            <a:off x="889819" y="98859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Query 3 — Display vehicles of Toyota or Hyundai brand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VEHICLE_ID, BRAND, MODEL, DAILY_PRICE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VEHICLE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BRAND IN ('Toyota', 'Hyundai');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4B3FE1-43CC-50E8-D568-5B09363CE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928305"/>
            <a:ext cx="4618120" cy="14860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C42B81-1964-6C54-9010-52248DA52C21}"/>
              </a:ext>
            </a:extLst>
          </p:cNvPr>
          <p:cNvSpPr txBox="1"/>
          <p:nvPr/>
        </p:nvSpPr>
        <p:spPr>
          <a:xfrm>
            <a:off x="838200" y="255521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Query 4 — Display customers whose names start with 'A'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CUSTOMER_ID, NAME, PHONE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NAME LIKE 'A%';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833089-C6EE-26A3-F0A0-5233624F1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2643664"/>
            <a:ext cx="3856054" cy="9144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F96D14D-B217-EFD3-39AA-79DC1184A087}"/>
              </a:ext>
            </a:extLst>
          </p:cNvPr>
          <p:cNvSpPr txBox="1"/>
          <p:nvPr/>
        </p:nvSpPr>
        <p:spPr>
          <a:xfrm>
            <a:off x="838200" y="413572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Query 5 — Display vehicles in descending order of daily price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VEHICLE_ID, BRAND, MODEL, DAILY_PRICE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VEHICLE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DAILY_PRICE DESC;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ED17636-01C5-35ED-1FB5-0B69AF29FF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3999623"/>
            <a:ext cx="5082980" cy="213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997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AA25-4366-9ED8-0B89-83CEA3700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7FBB85B-02E9-B560-FA77-48A9B3C435E7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F78CD3FB-33E9-B439-4019-145AB99C46FA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C22F1CD-99EA-0A6F-49DB-948941F9FE0F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13FF793F-6F10-544D-C7D5-BF09E0E4A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3B474B-D55C-2584-B1F5-658242F29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644" y="1025459"/>
            <a:ext cx="2072820" cy="12193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C6077C-199E-BD09-3FF8-33DAF503784F}"/>
              </a:ext>
            </a:extLst>
          </p:cNvPr>
          <p:cNvSpPr txBox="1"/>
          <p:nvPr/>
        </p:nvSpPr>
        <p:spPr>
          <a:xfrm>
            <a:off x="838200" y="102545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Query 6 — Display different payment methods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PAYMENT_METHOD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PAYMENT;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9E92A-2DBA-6185-C098-A26A1D24D617}"/>
              </a:ext>
            </a:extLst>
          </p:cNvPr>
          <p:cNvSpPr txBox="1"/>
          <p:nvPr/>
        </p:nvSpPr>
        <p:spPr>
          <a:xfrm>
            <a:off x="838200" y="240818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Query 7 — Display payment details in ascending order of amount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PAYMENT_ID, BOOKING_ID, AMOUNT, PAYMENT_METHOD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PAYMENT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AMOUNT ASC;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33ED3E-89A7-CCE2-E747-25D7F7580B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620" y="2408189"/>
            <a:ext cx="5412380" cy="242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63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4719-2EA6-2B38-6F62-24A56821F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A346D60-21F2-4435-3297-3E15A789A1CC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3F7245F-B269-6BDC-F1E1-065FDEB4300A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AA058AC-FE4D-9A6A-878F-B7DDDCBFA925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5EA31FF4-4287-FEFA-508F-BE4739697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5CCA6D-7650-E4BC-951B-F3FC67234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870" y="1070492"/>
            <a:ext cx="5989839" cy="26753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264B2C-C83A-BA07-A7F9-A70D1609F814}"/>
              </a:ext>
            </a:extLst>
          </p:cNvPr>
          <p:cNvSpPr txBox="1"/>
          <p:nvPr/>
        </p:nvSpPr>
        <p:spPr>
          <a:xfrm>
            <a:off x="393291" y="111552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1 — Customer and booking details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C.NAME,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B.BOOKING_ID,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B.PICKUP_DATE,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B.RETURN_DATE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 C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BOOKING B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C.CUSTOMER_ID = B.CUSTOMER_ID;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C594C5-7968-A5E7-424A-CD6ED731D95E}"/>
              </a:ext>
            </a:extLst>
          </p:cNvPr>
          <p:cNvSpPr txBox="1"/>
          <p:nvPr/>
        </p:nvSpPr>
        <p:spPr>
          <a:xfrm>
            <a:off x="393291" y="3973798"/>
            <a:ext cx="57677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2 — Booking handled by staff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B.BOOKING_ID,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S.FIRST_NAME || ' ' || S.LAST_NAME AS STAFF_NAME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BOOKING B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STAFF 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B.STAFF_ID = S.STAFF_ID;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28D1EC-C921-C1D2-4923-A045BE787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869" y="4018831"/>
            <a:ext cx="5989839" cy="217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532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7109-F3E3-6121-33E0-F976D1A5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0AE5364-D4F7-BA3E-3796-6AFC72B72E4B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4A89349-34CA-6E92-7A50-78AB5732D480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23FEC92-94C6-625B-97E4-D54A63A8707C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CEB27004-45F8-3441-66C7-A19DB5E67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33C672-BDDA-FF42-200B-55B00DF4C5DA}"/>
              </a:ext>
            </a:extLst>
          </p:cNvPr>
          <p:cNvSpPr txBox="1"/>
          <p:nvPr/>
        </p:nvSpPr>
        <p:spPr>
          <a:xfrm>
            <a:off x="267623" y="169684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3— Customer, booking and vehicle details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C.NAME AS CUSTOMER_NAME,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B.BOOKING_ID,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V.BRAND,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V.MODEL,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V.DAILY_PRICE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 C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BOOKING B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C.CUSTOMER_ID = B.CUSTOMER_ID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VEHICLE V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B.VEHICLE_ID = V.VEHICLE_ID;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F21F97-EBA0-F25B-99E2-273ECBA5C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672" y="1696846"/>
            <a:ext cx="5646705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87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A1E1-D2E6-640C-E2C9-4FE6E522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1E2A093-7B2E-4B3C-84F8-D6E9A7D554EB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4E9EEA2-6429-78F9-84CD-82E286619860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ADA51DE-251B-1D42-01F8-600CD078D4FB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2EA1438D-F819-428D-8B54-C10AEFEA5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FB44FE-A569-5BAD-64CB-B6893B51477A}"/>
              </a:ext>
            </a:extLst>
          </p:cNvPr>
          <p:cNvSpPr txBox="1"/>
          <p:nvPr/>
        </p:nvSpPr>
        <p:spPr>
          <a:xfrm>
            <a:off x="556828" y="117889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4 — Total payment by payment method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PAYMENT_METHOD,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COUNT(*) AS NUMBER_OF_PAYMENTS,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SUM(AMOUNT) AS TOTAL_AMOUNT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PAYMENT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PAYMENT_METHOD;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6FD228-197A-8218-71BF-4F752CB03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828" y="1596338"/>
            <a:ext cx="4979939" cy="11964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E9CA10-112F-6054-978C-8DFA18D7057B}"/>
              </a:ext>
            </a:extLst>
          </p:cNvPr>
          <p:cNvSpPr txBox="1"/>
          <p:nvPr/>
        </p:nvSpPr>
        <p:spPr>
          <a:xfrm>
            <a:off x="556828" y="3507336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5 — Average vehicle price by fuel type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FUEL_TYPE,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AVG(DAILY_PRICE) AS AVERAGE_PRICE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VEHICLE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FUEL_TYPE;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3BBBCA-2E08-6C3A-2357-0DF54A8BA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828" y="3938690"/>
            <a:ext cx="4999153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34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5E2FB-E0C9-9C6F-797E-13368169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5813836-31FE-C706-4498-0B9D9A209F91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3C6F7100-C597-C949-F18E-03D6F818632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28B8AAD-8853-C9A3-6DD0-66F992CCFDE4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80E89ED6-1F5D-46B5-F018-F55BFE798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53A36C-4B20-F0FA-7395-807C51559265}"/>
              </a:ext>
            </a:extLst>
          </p:cNvPr>
          <p:cNvSpPr txBox="1"/>
          <p:nvPr/>
        </p:nvSpPr>
        <p:spPr>
          <a:xfrm>
            <a:off x="990431" y="185933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6 — Payment amount greater than average payment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PAYMENT_ID,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BOOKING_ID,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AMOUNT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PAYMENT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AMOUNT &gt; (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SELECT AVG(AMOUNT)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FROM PAYMENT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AADCF0-F913-2686-EADB-2933EA962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022" y="2628825"/>
            <a:ext cx="3901778" cy="16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82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4EADE-C3DB-37C8-0879-088AEA05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F84646A-EA28-D7EC-D37E-FC15F18E9234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3603090-C4C7-4AD5-668C-74137138214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80724A5-4AE9-57B5-B7E8-1B394C6C3AE9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477FB15E-0AE0-E64F-2C42-154D9D22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C5CE6C-542D-566E-1626-B01879F13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240" y="1509748"/>
            <a:ext cx="5505760" cy="33683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2F503F-0E34-6647-3022-4311EE30D142}"/>
              </a:ext>
            </a:extLst>
          </p:cNvPr>
          <p:cNvSpPr txBox="1"/>
          <p:nvPr/>
        </p:nvSpPr>
        <p:spPr>
          <a:xfrm>
            <a:off x="267623" y="146176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7 — Booking payment and damage charges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B.BOOKING_ID,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P.AMOUNT AS PAYMENT_AMOUNT,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R.DAMAGE_CHARGES,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P.AMOUNT + R.DAMAGE_CHARGES AS FINAL_AMOUNT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BOOKING B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PAYMENT P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B.BOOKING_ID = P.BOOKING_ID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RETURNS R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B.BOOKING_ID = R.BOOKING_ID;</a:t>
            </a:r>
          </a:p>
        </p:txBody>
      </p:sp>
    </p:spTree>
    <p:extLst>
      <p:ext uri="{BB962C8B-B14F-4D97-AF65-F5344CB8AC3E}">
        <p14:creationId xmlns:p14="http://schemas.microsoft.com/office/powerpoint/2010/main" val="1390401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873F-EC62-992D-E8A8-020EA2BA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F03964C-49A0-A7D3-BD5E-FDD886D6BBC3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F4CC2F34-E262-7016-44FE-FAF4D5DA50E4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1074290-1D7C-0C3A-BE44-35DB6A7B559E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1E942918-041D-2E41-C3BE-5A96927BC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D7BCA6-52BB-FBC9-D371-519D3965DA6F}"/>
              </a:ext>
            </a:extLst>
          </p:cNvPr>
          <p:cNvSpPr txBox="1"/>
          <p:nvPr/>
        </p:nvSpPr>
        <p:spPr>
          <a:xfrm>
            <a:off x="8382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8— Find customers who have made bookings and show their total payment amount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C.CUSTOMER_ID,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C.NAME AS CUSTOMER_NAME,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COUNT(B.BOOKING_ID) AS TOTAL_BOOKINGS,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SUM(P.AMOUNT) AS TOTAL_PAYMENT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 C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BOOKING B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ON C.CUSTOMER_ID = B.CUSTOMER_ID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PAYMENT P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ON B.BOOKING_ID = P.BOOKING_ID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C.CUSTOMER_ID, C.NAME</a:t>
            </a:r>
          </a:p>
          <a:p>
            <a:pPr rtl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TOTAL_PAYMENT DESC;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3CDEE8-7968-666B-B338-D00009E3B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308" y="1287633"/>
            <a:ext cx="5296212" cy="412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46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BB9FE-7E09-59D0-24A2-618A0721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7B33397-EBF1-43FB-CBE7-11B487B808E9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469A03B-3A53-C0CA-B7B7-D25F87632EC7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5286D60-150F-2A59-B256-939754184EB4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840BD1DC-0623-EC01-652B-67F7B309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B53664-5ABB-8C32-4A93-4E8314A5E945}"/>
              </a:ext>
            </a:extLst>
          </p:cNvPr>
          <p:cNvSpPr txBox="1"/>
          <p:nvPr/>
        </p:nvSpPr>
        <p:spPr>
          <a:xfrm>
            <a:off x="3745830" y="794626"/>
            <a:ext cx="4700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UNNORMALISED DATA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67D37A-8C99-AC48-C919-A141CCF6A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0" y="2094271"/>
            <a:ext cx="12192000" cy="228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58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8DB1C-AF9C-FFEF-2982-5480BCE6F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FF9318E-97D0-0A8E-6E50-741BF2ABFFAF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B12D319-24B0-FB85-5E89-C0C4692626D0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32908B9-FDD9-FC73-05AD-7D4DB59A6217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1E89DFD1-BBD4-3432-18A6-E82E10F15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AD6FE5-F38B-0B13-BF95-1C7B0C398C69}"/>
              </a:ext>
            </a:extLst>
          </p:cNvPr>
          <p:cNvSpPr txBox="1"/>
          <p:nvPr/>
        </p:nvSpPr>
        <p:spPr>
          <a:xfrm>
            <a:off x="4055369" y="464730"/>
            <a:ext cx="4700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NORMAL FORM — 1NF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469ED9-5AD8-7DCD-FB50-6AC45AE08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1" y="2126235"/>
            <a:ext cx="11924377" cy="183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45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FF2D-D6AE-3D05-3F60-D0A43420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D2CF76C-4FFB-353D-1426-C8C8480BEFBD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0C1A87A-7C0A-83BF-96B8-B76000AA782E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8E75638-21B7-6F09-C0BD-3EA62B19FADD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E2DB4A63-F272-2F98-D1D2-C61F3322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2A44B8-69FE-F9F2-AE30-AD092AE54DD3}"/>
              </a:ext>
            </a:extLst>
          </p:cNvPr>
          <p:cNvSpPr txBox="1"/>
          <p:nvPr/>
        </p:nvSpPr>
        <p:spPr>
          <a:xfrm>
            <a:off x="4542504" y="395585"/>
            <a:ext cx="36182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2NF--(NORMAL FORM)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BD8FDD-7900-FB51-538B-F093DB67B986}"/>
              </a:ext>
            </a:extLst>
          </p:cNvPr>
          <p:cNvSpPr txBox="1"/>
          <p:nvPr/>
        </p:nvSpPr>
        <p:spPr>
          <a:xfrm>
            <a:off x="5828377" y="8837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0FBC8-8B1D-50CD-9CAA-38FCA0D03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904" y="3764254"/>
            <a:ext cx="6264183" cy="22099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1FCC66-EB6F-7149-FEC0-8353A3B42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1142933"/>
            <a:ext cx="100965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77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1192-3784-2128-B19C-FB322B1C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446407D-1F03-5750-F5DE-D3D8E169300C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ADCC893-E4A8-3323-6B3A-95114C93DD71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F926267-08D6-95A4-3A8A-43089596C795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96477E28-9F1B-6FAC-C9AC-4DCA08F81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CB02E9-A0F2-20D6-FF36-DFABE02AF294}"/>
              </a:ext>
            </a:extLst>
          </p:cNvPr>
          <p:cNvSpPr txBox="1"/>
          <p:nvPr/>
        </p:nvSpPr>
        <p:spPr>
          <a:xfrm>
            <a:off x="4621162" y="304081"/>
            <a:ext cx="3441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3NF(NORMAL FORM)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AFE43B-28AE-4FC0-6F51-0A30C051F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093290"/>
            <a:ext cx="5235394" cy="17298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6AD6A1-EB07-6D45-513D-5A507DB62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3429000"/>
            <a:ext cx="4092295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54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4E32-6503-E9B2-CDEA-5EB6BFB4D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2C343E-90AB-DD34-D270-E5E55B25DA7D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BAF836C-0B9F-4189-4C84-C881DFA06EE1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3561B333-4D9D-9874-614C-19DE16982540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64897C71-54D4-755F-DE68-39EC15176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0F28DF-8060-1007-5F9F-B59FB82675BF}"/>
              </a:ext>
            </a:extLst>
          </p:cNvPr>
          <p:cNvSpPr txBox="1"/>
          <p:nvPr/>
        </p:nvSpPr>
        <p:spPr>
          <a:xfrm>
            <a:off x="3765755" y="60069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Booking_ID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1EFD0-6E2C-BA1F-6FCF-356B39AC22E5}"/>
              </a:ext>
            </a:extLst>
          </p:cNvPr>
          <p:cNvSpPr txBox="1"/>
          <p:nvPr/>
        </p:nvSpPr>
        <p:spPr>
          <a:xfrm>
            <a:off x="4176464" y="313225"/>
            <a:ext cx="3748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1NF--(NORMAL FORM)</a:t>
            </a:r>
          </a:p>
        </p:txBody>
      </p:sp>
    </p:spTree>
    <p:extLst>
      <p:ext uri="{BB962C8B-B14F-4D97-AF65-F5344CB8AC3E}">
        <p14:creationId xmlns:p14="http://schemas.microsoft.com/office/powerpoint/2010/main" val="35530447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3B704-48BC-CCD2-70E0-37F9E8F8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FF09CE-2EBC-3513-B8C1-F3370019F2CC}"/>
              </a:ext>
            </a:extLst>
          </p:cNvPr>
          <p:cNvSpPr txBox="1">
            <a:spLocks/>
          </p:cNvSpPr>
          <p:nvPr/>
        </p:nvSpPr>
        <p:spPr>
          <a:xfrm>
            <a:off x="10203638" y="6297585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E80F9E9-9B3B-B146-CA17-8FF2F01BDA6B}"/>
              </a:ext>
            </a:extLst>
          </p:cNvPr>
          <p:cNvSpPr txBox="1">
            <a:spLocks/>
          </p:cNvSpPr>
          <p:nvPr/>
        </p:nvSpPr>
        <p:spPr>
          <a:xfrm>
            <a:off x="769374" y="6297584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31D57F37-08EF-E01C-3C36-3937C696EBF9}"/>
              </a:ext>
            </a:extLst>
          </p:cNvPr>
          <p:cNvSpPr txBox="1">
            <a:spLocks/>
          </p:cNvSpPr>
          <p:nvPr/>
        </p:nvSpPr>
        <p:spPr>
          <a:xfrm>
            <a:off x="3523662" y="6297584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BB757144-B9B6-0E10-CA69-08E062F9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97" y="260403"/>
            <a:ext cx="2160946" cy="68639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38529D-F88A-3220-DAEE-F123C0EC1237}"/>
              </a:ext>
            </a:extLst>
          </p:cNvPr>
          <p:cNvSpPr txBox="1"/>
          <p:nvPr/>
        </p:nvSpPr>
        <p:spPr>
          <a:xfrm>
            <a:off x="4316361" y="436290"/>
            <a:ext cx="3559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2NF--(NORMAL FORM)</a:t>
            </a:r>
          </a:p>
        </p:txBody>
      </p:sp>
    </p:spTree>
    <p:extLst>
      <p:ext uri="{BB962C8B-B14F-4D97-AF65-F5344CB8AC3E}">
        <p14:creationId xmlns:p14="http://schemas.microsoft.com/office/powerpoint/2010/main" val="16304542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A483E-9747-AADB-F02B-DE039616E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373F8C6-6C0E-81AB-5901-C5ECDDB3FC21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25836BC-D21C-FD77-5AD5-99EF2BA1829A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DF06A27-4F09-C0E2-D43F-877766F6790A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96E627D3-203E-8038-F753-C06326DCD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84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FB32-EDCC-2CCD-B135-EF8C1EDBF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FE5A27-5B41-D09F-E49B-B3A7474612F3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497A172D-CC0B-304C-708D-05C893B613B5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03-10-2026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D4EE8A6-A29D-5BA9-547B-40FB681E2F6B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557D8FCB-32B0-D489-38A7-80A3B0E53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E00E8-F0DC-693D-0B25-0111336613C1}"/>
              </a:ext>
            </a:extLst>
          </p:cNvPr>
          <p:cNvSpPr txBox="1"/>
          <p:nvPr/>
        </p:nvSpPr>
        <p:spPr>
          <a:xfrm>
            <a:off x="650240" y="1493519"/>
            <a:ext cx="90629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Rental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structured way to manage vehicle rental operations using a database.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centralizes customer, vehicle, rental, payment, and return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record keeping and data errors.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vehicle availability and rental information easier to manage.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ER model clearly represents the entities and relationships within the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further extended with additional features in the future.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36D1F2-7872-9595-8E38-B30534F17D22}"/>
              </a:ext>
            </a:extLst>
          </p:cNvPr>
          <p:cNvSpPr txBox="1"/>
          <p:nvPr/>
        </p:nvSpPr>
        <p:spPr>
          <a:xfrm>
            <a:off x="11316929" y="10815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73424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3034</TotalTime>
  <Words>1980</Words>
  <Application>Microsoft Office PowerPoint</Application>
  <PresentationFormat>Widescreen</PresentationFormat>
  <Paragraphs>549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Algerian</vt:lpstr>
      <vt:lpstr>Aptos Light</vt:lpstr>
      <vt:lpstr>Arial</vt:lpstr>
      <vt:lpstr>Times New Roman</vt:lpstr>
      <vt:lpstr>Walbaum Display</vt:lpstr>
      <vt:lpstr>Shoji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Sampath Kadagala</dc:creator>
  <cp:lastModifiedBy>user</cp:lastModifiedBy>
  <cp:revision>12</cp:revision>
  <dcterms:created xsi:type="dcterms:W3CDTF">2026-08-09T08:50:06Z</dcterms:created>
  <dcterms:modified xsi:type="dcterms:W3CDTF">2026-10-03T07:02:18Z</dcterms:modified>
</cp:coreProperties>
</file>